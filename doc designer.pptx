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A800-F54B-3B24-F8AC-C0FFF94F4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10F4E-41E9-60F0-240D-08E7A8388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29DE4-3C7C-CD19-734C-BE7A91DF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9501-9495-4022-E567-CFA81664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CA9B4-382C-0320-21F2-C84B422D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428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CAD00-3E56-0CA7-7C69-20CBC226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2F815-D4FA-F512-6E32-83ADF681C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86F98-DF77-F927-15AF-10825115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9120B-8879-88E3-6893-BFD9DA36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803B-1CEA-794A-9FBD-B5E1E70A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831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7412-5A43-D1BE-2CFD-904452BA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75DD2-37C3-9A64-8F7E-1164F699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57DD7-0865-79A1-FEE6-BC8B670C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E011F-FB44-DB2A-F571-2FA741AA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8FB0-B20F-CCFE-7DC8-960ED55A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3560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4CF0-B25F-25CA-7CB2-744C3AF5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B2327-80C6-5BDB-F530-0B2DFE4BF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11EB4-5EDE-EDF1-4190-C4E36E97F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76DF7-4225-E66A-2197-137C29903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EB96A-05CB-16F9-5BDF-A850FA44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D1378-E5D4-AC14-5AE5-562723A0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033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496C-C3FF-C14C-2E29-4069CF07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B349-9E0A-1489-9B62-747CFA6F8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38843-3B6C-392B-D475-23EB2200F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12699-35A8-FD65-FBAC-6F2E71AF9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E3546A-C96C-6641-051A-8358271B8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830064-9CEB-F6E4-FDDF-3EC4595A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8C50A-0A72-A692-2929-4FC85AD3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5BB89-9420-85F3-C2DB-D906E8D4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450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C311-AF3B-C9F5-DA80-6FE99136F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A2C87-5B26-B2FB-8CA4-6688C2FD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51E5D-1CA7-3060-A589-84A0FDAF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7275B-75EF-41EC-D8E9-CD3115FE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557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DEA8C1-A53B-398D-67E8-4B96AAEE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E40D4-7F0C-4D87-EDDB-A9AB9462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586D0-F231-2E0A-EFCF-BAEFFDD84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561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2ADA1-00B8-70CA-375F-6A1B07749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78981-BC7C-C991-6FB8-9B325C90C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AF901-8BE1-E7A6-544D-1A4BAE3A1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69DFD-65E3-4E39-A121-A2FECACA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5EC2A-4520-C4F2-07E2-8AB2C82C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993F8-DB79-FA29-BC5D-D5FDD831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4914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2219-A899-8B84-3000-C6870779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89DBA-2F1D-4F7F-C815-49720F762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89805-49DB-4398-B4F5-B60BEE237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77165-0BB0-FC53-871A-C4DB5372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2B085-E587-4B91-3FDB-42A7AAD3F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82C41-F004-5FDF-FDBA-A0178BE8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200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71E4-D4F5-3319-46AF-8AC0BC96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61A10-ACE3-FA44-7E11-EDD2279F7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C24E7-91A6-43F4-1A5F-47AA7B16F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47B1D-96D1-0A87-F853-B2C0045D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27BB0-97F6-D006-E0A6-7A662965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429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79DE2-0397-0E21-C06E-755A9BF27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6CBCC7-486D-2D38-434C-CB6A1217D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23B3B-EE0C-02D1-715A-951BE0A1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2797F-7D12-7F61-A5C7-04A624C0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CCA30-CDA4-E043-B479-236ED260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420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70A68-56D8-F84F-675B-282681DD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44173-FBB6-AAFE-8349-75AB06736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48475-3496-11FD-1C3F-749197245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58881-DF6D-4754-8A80-EDDF3CCD5CA9}" type="datetimeFigureOut">
              <a:rPr lang="en-CA" smtClean="0"/>
              <a:t>2025-12-04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47E90-9AE7-A43A-C718-665E06102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9E59-1F47-3ACC-9FE8-823361600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1B3D0-7586-4550-9416-95B2DEAD9B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15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742C042-FE0A-8BF2-9BF1-001B82DB593A}"/>
              </a:ext>
            </a:extLst>
          </p:cNvPr>
          <p:cNvGrpSpPr/>
          <p:nvPr/>
        </p:nvGrpSpPr>
        <p:grpSpPr>
          <a:xfrm>
            <a:off x="1875836" y="1080760"/>
            <a:ext cx="8440328" cy="4696480"/>
            <a:chOff x="1875836" y="1080760"/>
            <a:chExt cx="8440328" cy="46964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159BE1-260A-E932-ABF4-20A64D06C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5836" y="1080760"/>
              <a:ext cx="8440328" cy="469648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37C29E-D495-D61F-0659-D749434C8C8A}"/>
                </a:ext>
              </a:extLst>
            </p:cNvPr>
            <p:cNvSpPr/>
            <p:nvPr/>
          </p:nvSpPr>
          <p:spPr>
            <a:xfrm>
              <a:off x="1877438" y="1371600"/>
              <a:ext cx="2782111" cy="233464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F6F29B-4629-134A-DA8A-147071C0CFA2}"/>
                </a:ext>
              </a:extLst>
            </p:cNvPr>
            <p:cNvSpPr/>
            <p:nvPr/>
          </p:nvSpPr>
          <p:spPr>
            <a:xfrm>
              <a:off x="1875836" y="1605064"/>
              <a:ext cx="2782111" cy="4172176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738CDE-5D99-24D1-9A49-C7C1FB1A9667}"/>
                </a:ext>
              </a:extLst>
            </p:cNvPr>
            <p:cNvSpPr/>
            <p:nvPr/>
          </p:nvSpPr>
          <p:spPr>
            <a:xfrm>
              <a:off x="4657947" y="1605064"/>
              <a:ext cx="5656615" cy="4172176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6A057CB-EE20-239C-84D7-3142B6C88288}"/>
                </a:ext>
              </a:extLst>
            </p:cNvPr>
            <p:cNvSpPr/>
            <p:nvPr/>
          </p:nvSpPr>
          <p:spPr>
            <a:xfrm>
              <a:off x="4181475" y="137160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1F5677-2194-9792-3D0E-626051BBE344}"/>
                </a:ext>
              </a:extLst>
            </p:cNvPr>
            <p:cNvSpPr/>
            <p:nvPr/>
          </p:nvSpPr>
          <p:spPr>
            <a:xfrm>
              <a:off x="3152591" y="334825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2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3E7E18-C721-0801-F3AC-DC2308F393FB}"/>
                </a:ext>
              </a:extLst>
            </p:cNvPr>
            <p:cNvSpPr/>
            <p:nvPr/>
          </p:nvSpPr>
          <p:spPr>
            <a:xfrm>
              <a:off x="7486254" y="3348252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287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386D9A-6E85-25B2-DD4F-BEDEA3EC8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945" y="1719024"/>
            <a:ext cx="3296110" cy="3419952"/>
          </a:xfrm>
          <a:prstGeom prst="rect">
            <a:avLst/>
          </a:prstGeom>
          <a:ln>
            <a:solidFill>
              <a:srgbClr val="F8F1E6"/>
            </a:solidFill>
          </a:ln>
        </p:spPr>
      </p:pic>
    </p:spTree>
    <p:extLst>
      <p:ext uri="{BB962C8B-B14F-4D97-AF65-F5344CB8AC3E}">
        <p14:creationId xmlns:p14="http://schemas.microsoft.com/office/powerpoint/2010/main" val="374888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7D61D3D-51BA-086C-4E81-4ED90B53FF44}"/>
              </a:ext>
            </a:extLst>
          </p:cNvPr>
          <p:cNvGrpSpPr/>
          <p:nvPr/>
        </p:nvGrpSpPr>
        <p:grpSpPr>
          <a:xfrm>
            <a:off x="1676399" y="95786"/>
            <a:ext cx="8658225" cy="6666427"/>
            <a:chOff x="1676399" y="95786"/>
            <a:chExt cx="8658225" cy="666642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CF3932-4B92-1952-FB27-91FFA86B9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437" t="4651"/>
            <a:stretch>
              <a:fillRect/>
            </a:stretch>
          </p:blipFill>
          <p:spPr>
            <a:xfrm>
              <a:off x="1676399" y="95786"/>
              <a:ext cx="8658225" cy="6666427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7B78D1A-59CF-C6B1-9D82-46F2BE5B00ED}"/>
                </a:ext>
              </a:extLst>
            </p:cNvPr>
            <p:cNvSpPr/>
            <p:nvPr/>
          </p:nvSpPr>
          <p:spPr>
            <a:xfrm>
              <a:off x="9609750" y="897810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866509-EC77-ED0E-77CA-F31CCD9CC81E}"/>
                </a:ext>
              </a:extLst>
            </p:cNvPr>
            <p:cNvSpPr/>
            <p:nvPr/>
          </p:nvSpPr>
          <p:spPr>
            <a:xfrm>
              <a:off x="9972675" y="4213522"/>
              <a:ext cx="200025" cy="1939627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CAE9FCA-53CF-EC0A-A129-1E7A8271146E}"/>
                </a:ext>
              </a:extLst>
            </p:cNvPr>
            <p:cNvSpPr/>
            <p:nvPr/>
          </p:nvSpPr>
          <p:spPr>
            <a:xfrm>
              <a:off x="9956082" y="3898185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2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87657D0-F9B7-4949-B685-5086DEB9B23D}"/>
                </a:ext>
              </a:extLst>
            </p:cNvPr>
            <p:cNvSpPr/>
            <p:nvPr/>
          </p:nvSpPr>
          <p:spPr>
            <a:xfrm>
              <a:off x="9293120" y="4637960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DA118AD-BB5E-78F6-604C-93A16D267CCC}"/>
                </a:ext>
              </a:extLst>
            </p:cNvPr>
            <p:cNvSpPr/>
            <p:nvPr/>
          </p:nvSpPr>
          <p:spPr>
            <a:xfrm>
              <a:off x="9609750" y="4213521"/>
              <a:ext cx="362925" cy="1939627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578FF24-94A6-5EF2-388B-444062C46A3F}"/>
                </a:ext>
              </a:extLst>
            </p:cNvPr>
            <p:cNvSpPr/>
            <p:nvPr/>
          </p:nvSpPr>
          <p:spPr>
            <a:xfrm>
              <a:off x="9293120" y="5042984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4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70BDA64-2306-D2A6-2518-5390EF414600}"/>
                </a:ext>
              </a:extLst>
            </p:cNvPr>
            <p:cNvSpPr/>
            <p:nvPr/>
          </p:nvSpPr>
          <p:spPr>
            <a:xfrm>
              <a:off x="9293120" y="5448009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5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555F627-5413-8B2F-74C3-BC16CEC323DD}"/>
                </a:ext>
              </a:extLst>
            </p:cNvPr>
            <p:cNvSpPr/>
            <p:nvPr/>
          </p:nvSpPr>
          <p:spPr>
            <a:xfrm>
              <a:off x="9609750" y="2804847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6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131992B-21D2-C939-BC93-90485495319E}"/>
                </a:ext>
              </a:extLst>
            </p:cNvPr>
            <p:cNvSpPr/>
            <p:nvPr/>
          </p:nvSpPr>
          <p:spPr>
            <a:xfrm>
              <a:off x="6904650" y="5681219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7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12F8FA-4434-255B-E365-A60BC9592B6B}"/>
                </a:ext>
              </a:extLst>
            </p:cNvPr>
            <p:cNvSpPr/>
            <p:nvPr/>
          </p:nvSpPr>
          <p:spPr>
            <a:xfrm>
              <a:off x="3038475" y="5448009"/>
              <a:ext cx="5495925" cy="705139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D69E47-FC2A-3452-538F-672CC0206892}"/>
                </a:ext>
              </a:extLst>
            </p:cNvPr>
            <p:cNvSpPr/>
            <p:nvPr/>
          </p:nvSpPr>
          <p:spPr>
            <a:xfrm>
              <a:off x="6005512" y="4228280"/>
              <a:ext cx="728664" cy="705139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D83F91B-7606-8A7E-121F-6EF9CF9DE866}"/>
                </a:ext>
              </a:extLst>
            </p:cNvPr>
            <p:cNvSpPr/>
            <p:nvPr/>
          </p:nvSpPr>
          <p:spPr>
            <a:xfrm>
              <a:off x="6096000" y="4302395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8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ACD38A6-85B5-DB5D-46BA-E09AEA3C987E}"/>
                </a:ext>
              </a:extLst>
            </p:cNvPr>
            <p:cNvSpPr/>
            <p:nvPr/>
          </p:nvSpPr>
          <p:spPr>
            <a:xfrm>
              <a:off x="6412630" y="4302395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9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FDFE6ED-33A1-5FE9-9550-01EEB620EE57}"/>
                </a:ext>
              </a:extLst>
            </p:cNvPr>
            <p:cNvSpPr/>
            <p:nvPr/>
          </p:nvSpPr>
          <p:spPr>
            <a:xfrm>
              <a:off x="6253239" y="4617907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E5C0F9-7DBA-EB25-72A1-62266FD20AA9}"/>
                </a:ext>
              </a:extLst>
            </p:cNvPr>
            <p:cNvSpPr/>
            <p:nvPr/>
          </p:nvSpPr>
          <p:spPr>
            <a:xfrm>
              <a:off x="2895112" y="6147639"/>
              <a:ext cx="5772638" cy="215061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057692E-213E-527D-0CD4-66195CC676AD}"/>
                </a:ext>
              </a:extLst>
            </p:cNvPr>
            <p:cNvSpPr/>
            <p:nvPr/>
          </p:nvSpPr>
          <p:spPr>
            <a:xfrm>
              <a:off x="7696276" y="6425002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11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DA17B41-385D-A4EA-BBFB-A86940C099A1}"/>
                </a:ext>
              </a:extLst>
            </p:cNvPr>
            <p:cNvSpPr/>
            <p:nvPr/>
          </p:nvSpPr>
          <p:spPr>
            <a:xfrm>
              <a:off x="8005838" y="6430001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12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5C46DBD-8334-7D0E-C714-74C98012241A}"/>
                </a:ext>
              </a:extLst>
            </p:cNvPr>
            <p:cNvSpPr/>
            <p:nvPr/>
          </p:nvSpPr>
          <p:spPr>
            <a:xfrm>
              <a:off x="8315400" y="6425002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13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0B5EA5F-7DE2-4F43-E625-A4E1CB29D170}"/>
                </a:ext>
              </a:extLst>
            </p:cNvPr>
            <p:cNvSpPr/>
            <p:nvPr/>
          </p:nvSpPr>
          <p:spPr>
            <a:xfrm>
              <a:off x="5538788" y="6362700"/>
              <a:ext cx="681036" cy="252413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D05E00C-9E96-F983-F791-1EFFA8DAFCCA}"/>
                </a:ext>
              </a:extLst>
            </p:cNvPr>
            <p:cNvSpPr/>
            <p:nvPr/>
          </p:nvSpPr>
          <p:spPr>
            <a:xfrm>
              <a:off x="5229226" y="6425002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14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3083C1F-A0FB-0DE7-5590-AD0F6E23A582}"/>
                </a:ext>
              </a:extLst>
            </p:cNvPr>
            <p:cNvSpPr/>
            <p:nvPr/>
          </p:nvSpPr>
          <p:spPr>
            <a:xfrm>
              <a:off x="6296176" y="6425002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15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A6A346E-56DB-59A6-77EA-69ADE602477A}"/>
                </a:ext>
              </a:extLst>
            </p:cNvPr>
            <p:cNvSpPr/>
            <p:nvPr/>
          </p:nvSpPr>
          <p:spPr>
            <a:xfrm>
              <a:off x="6237899" y="3517106"/>
              <a:ext cx="793932" cy="628872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F1AE269-8CD0-34C7-BB33-58998BE154CD}"/>
                </a:ext>
              </a:extLst>
            </p:cNvPr>
            <p:cNvSpPr/>
            <p:nvPr/>
          </p:nvSpPr>
          <p:spPr>
            <a:xfrm>
              <a:off x="7074618" y="3714937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16</a:t>
              </a:r>
            </a:p>
          </p:txBody>
        </p:sp>
        <p:sp>
          <p:nvSpPr>
            <p:cNvPr id="29" name="Half Frame 28">
              <a:extLst>
                <a:ext uri="{FF2B5EF4-FFF2-40B4-BE49-F238E27FC236}">
                  <a16:creationId xmlns:a16="http://schemas.microsoft.com/office/drawing/2014/main" id="{43D766E0-1349-F857-2B49-7B80E3DC9E8C}"/>
                </a:ext>
              </a:extLst>
            </p:cNvPr>
            <p:cNvSpPr/>
            <p:nvPr/>
          </p:nvSpPr>
          <p:spPr>
            <a:xfrm rot="5400000">
              <a:off x="5258900" y="2904478"/>
              <a:ext cx="965200" cy="999149"/>
            </a:xfrm>
            <a:custGeom>
              <a:avLst/>
              <a:gdLst>
                <a:gd name="connsiteX0" fmla="*/ 0 w 1104900"/>
                <a:gd name="connsiteY0" fmla="*/ 0 h 1208699"/>
                <a:gd name="connsiteX1" fmla="*/ 1104900 w 1104900"/>
                <a:gd name="connsiteY1" fmla="*/ 0 h 1208699"/>
                <a:gd name="connsiteX2" fmla="*/ 879162 w 1104900"/>
                <a:gd name="connsiteY2" fmla="*/ 246945 h 1208699"/>
                <a:gd name="connsiteX3" fmla="*/ 303350 w 1104900"/>
                <a:gd name="connsiteY3" fmla="*/ 246945 h 1208699"/>
                <a:gd name="connsiteX4" fmla="*/ 303350 w 1104900"/>
                <a:gd name="connsiteY4" fmla="*/ 876851 h 1208699"/>
                <a:gd name="connsiteX5" fmla="*/ 0 w 1104900"/>
                <a:gd name="connsiteY5" fmla="*/ 1208699 h 1208699"/>
                <a:gd name="connsiteX6" fmla="*/ 0 w 1104900"/>
                <a:gd name="connsiteY6" fmla="*/ 0 h 1208699"/>
                <a:gd name="connsiteX0" fmla="*/ 0 w 1104900"/>
                <a:gd name="connsiteY0" fmla="*/ 0 h 1208699"/>
                <a:gd name="connsiteX1" fmla="*/ 1104900 w 1104900"/>
                <a:gd name="connsiteY1" fmla="*/ 0 h 1208699"/>
                <a:gd name="connsiteX2" fmla="*/ 879162 w 1104900"/>
                <a:gd name="connsiteY2" fmla="*/ 246945 h 1208699"/>
                <a:gd name="connsiteX3" fmla="*/ 303350 w 1104900"/>
                <a:gd name="connsiteY3" fmla="*/ 246945 h 1208699"/>
                <a:gd name="connsiteX4" fmla="*/ 303353 w 1104900"/>
                <a:gd name="connsiteY4" fmla="*/ 991151 h 1208699"/>
                <a:gd name="connsiteX5" fmla="*/ 0 w 1104900"/>
                <a:gd name="connsiteY5" fmla="*/ 1208699 h 1208699"/>
                <a:gd name="connsiteX6" fmla="*/ 0 w 1104900"/>
                <a:gd name="connsiteY6" fmla="*/ 0 h 1208699"/>
                <a:gd name="connsiteX0" fmla="*/ 0 w 1104900"/>
                <a:gd name="connsiteY0" fmla="*/ 0 h 995974"/>
                <a:gd name="connsiteX1" fmla="*/ 1104900 w 1104900"/>
                <a:gd name="connsiteY1" fmla="*/ 0 h 995974"/>
                <a:gd name="connsiteX2" fmla="*/ 879162 w 1104900"/>
                <a:gd name="connsiteY2" fmla="*/ 246945 h 995974"/>
                <a:gd name="connsiteX3" fmla="*/ 303350 w 1104900"/>
                <a:gd name="connsiteY3" fmla="*/ 246945 h 995974"/>
                <a:gd name="connsiteX4" fmla="*/ 303353 w 1104900"/>
                <a:gd name="connsiteY4" fmla="*/ 991151 h 995974"/>
                <a:gd name="connsiteX5" fmla="*/ 3178 w 1104900"/>
                <a:gd name="connsiteY5" fmla="*/ 995974 h 995974"/>
                <a:gd name="connsiteX6" fmla="*/ 0 w 1104900"/>
                <a:gd name="connsiteY6" fmla="*/ 0 h 995974"/>
                <a:gd name="connsiteX0" fmla="*/ 0 w 1104900"/>
                <a:gd name="connsiteY0" fmla="*/ 0 h 995974"/>
                <a:gd name="connsiteX1" fmla="*/ 1104900 w 1104900"/>
                <a:gd name="connsiteY1" fmla="*/ 0 h 995974"/>
                <a:gd name="connsiteX2" fmla="*/ 961712 w 1104900"/>
                <a:gd name="connsiteY2" fmla="*/ 240595 h 995974"/>
                <a:gd name="connsiteX3" fmla="*/ 303350 w 1104900"/>
                <a:gd name="connsiteY3" fmla="*/ 246945 h 995974"/>
                <a:gd name="connsiteX4" fmla="*/ 303353 w 1104900"/>
                <a:gd name="connsiteY4" fmla="*/ 991151 h 995974"/>
                <a:gd name="connsiteX5" fmla="*/ 3178 w 1104900"/>
                <a:gd name="connsiteY5" fmla="*/ 995974 h 995974"/>
                <a:gd name="connsiteX6" fmla="*/ 0 w 1104900"/>
                <a:gd name="connsiteY6" fmla="*/ 0 h 995974"/>
                <a:gd name="connsiteX0" fmla="*/ 0 w 965200"/>
                <a:gd name="connsiteY0" fmla="*/ 3175 h 999149"/>
                <a:gd name="connsiteX1" fmla="*/ 965200 w 965200"/>
                <a:gd name="connsiteY1" fmla="*/ 0 h 999149"/>
                <a:gd name="connsiteX2" fmla="*/ 961712 w 965200"/>
                <a:gd name="connsiteY2" fmla="*/ 243770 h 999149"/>
                <a:gd name="connsiteX3" fmla="*/ 303350 w 965200"/>
                <a:gd name="connsiteY3" fmla="*/ 250120 h 999149"/>
                <a:gd name="connsiteX4" fmla="*/ 303353 w 965200"/>
                <a:gd name="connsiteY4" fmla="*/ 994326 h 999149"/>
                <a:gd name="connsiteX5" fmla="*/ 3178 w 965200"/>
                <a:gd name="connsiteY5" fmla="*/ 999149 h 999149"/>
                <a:gd name="connsiteX6" fmla="*/ 0 w 965200"/>
                <a:gd name="connsiteY6" fmla="*/ 3175 h 999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5200" h="999149">
                  <a:moveTo>
                    <a:pt x="0" y="3175"/>
                  </a:moveTo>
                  <a:lnTo>
                    <a:pt x="965200" y="0"/>
                  </a:lnTo>
                  <a:cubicBezTo>
                    <a:pt x="964037" y="81257"/>
                    <a:pt x="962875" y="162513"/>
                    <a:pt x="961712" y="243770"/>
                  </a:cubicBezTo>
                  <a:lnTo>
                    <a:pt x="303350" y="250120"/>
                  </a:lnTo>
                  <a:cubicBezTo>
                    <a:pt x="303351" y="498189"/>
                    <a:pt x="303352" y="746257"/>
                    <a:pt x="303353" y="994326"/>
                  </a:cubicBezTo>
                  <a:lnTo>
                    <a:pt x="3178" y="999149"/>
                  </a:lnTo>
                  <a:cubicBezTo>
                    <a:pt x="2119" y="667158"/>
                    <a:pt x="1059" y="335166"/>
                    <a:pt x="0" y="3175"/>
                  </a:cubicBezTo>
                  <a:close/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>
                <a:solidFill>
                  <a:schemeClr val="tx1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9F1750D-1AEC-686A-0673-6F755F878E1D}"/>
                </a:ext>
              </a:extLst>
            </p:cNvPr>
            <p:cNvSpPr/>
            <p:nvPr/>
          </p:nvSpPr>
          <p:spPr>
            <a:xfrm>
              <a:off x="5241925" y="2655293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17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00A4526-7B9F-C152-FAA6-5DD1DE31D8F7}"/>
                </a:ext>
              </a:extLst>
            </p:cNvPr>
            <p:cNvSpPr/>
            <p:nvPr/>
          </p:nvSpPr>
          <p:spPr>
            <a:xfrm>
              <a:off x="5548221" y="2655293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18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EE926D5-05D9-73B5-376F-3B08C01A79E3}"/>
                </a:ext>
              </a:extLst>
            </p:cNvPr>
            <p:cNvSpPr/>
            <p:nvPr/>
          </p:nvSpPr>
          <p:spPr>
            <a:xfrm>
              <a:off x="5854517" y="2656286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567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FB24AB8E-C629-0490-8170-8A88B8228C36}"/>
              </a:ext>
            </a:extLst>
          </p:cNvPr>
          <p:cNvGrpSpPr/>
          <p:nvPr/>
        </p:nvGrpSpPr>
        <p:grpSpPr>
          <a:xfrm>
            <a:off x="2645488" y="0"/>
            <a:ext cx="6901023" cy="6857999"/>
            <a:chOff x="2645488" y="0"/>
            <a:chExt cx="6901023" cy="68579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CCCCFAF-2592-2405-7CE4-26D74C88A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45488" y="0"/>
              <a:ext cx="6901023" cy="6857999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9B47646-1F59-FD71-7EFB-991CFDE37A3A}"/>
                </a:ext>
              </a:extLst>
            </p:cNvPr>
            <p:cNvSpPr/>
            <p:nvPr/>
          </p:nvSpPr>
          <p:spPr>
            <a:xfrm>
              <a:off x="4752000" y="3312395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AC9027F-73F0-80F7-E2D2-C983AED069A5}"/>
                </a:ext>
              </a:extLst>
            </p:cNvPr>
            <p:cNvSpPr/>
            <p:nvPr/>
          </p:nvSpPr>
          <p:spPr>
            <a:xfrm>
              <a:off x="4752000" y="3571951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12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0AA43D4-11D3-B2B6-395D-9B12ECD991AF}"/>
                </a:ext>
              </a:extLst>
            </p:cNvPr>
            <p:cNvSpPr/>
            <p:nvPr/>
          </p:nvSpPr>
          <p:spPr>
            <a:xfrm>
              <a:off x="4752000" y="3831507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13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9FD24B9-D7B1-6604-895A-18F6C3BAFA1F}"/>
                </a:ext>
              </a:extLst>
            </p:cNvPr>
            <p:cNvSpPr/>
            <p:nvPr/>
          </p:nvSpPr>
          <p:spPr>
            <a:xfrm>
              <a:off x="4752000" y="4091063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14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4EA6C90-73ED-E2C7-A782-B3C7F90A8347}"/>
                </a:ext>
              </a:extLst>
            </p:cNvPr>
            <p:cNvSpPr/>
            <p:nvPr/>
          </p:nvSpPr>
          <p:spPr>
            <a:xfrm>
              <a:off x="4752000" y="4350619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15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363A0CD-6B90-FA96-F0E6-4BA5A67EAB8C}"/>
                </a:ext>
              </a:extLst>
            </p:cNvPr>
            <p:cNvSpPr/>
            <p:nvPr/>
          </p:nvSpPr>
          <p:spPr>
            <a:xfrm>
              <a:off x="4752000" y="4610175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16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0494765-18A1-2C0A-17D8-5F556B335C1A}"/>
                </a:ext>
              </a:extLst>
            </p:cNvPr>
            <p:cNvSpPr/>
            <p:nvPr/>
          </p:nvSpPr>
          <p:spPr>
            <a:xfrm>
              <a:off x="4752000" y="4869731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17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C93D1D0-EF44-6F8F-10F4-88C8E563DAB2}"/>
                </a:ext>
              </a:extLst>
            </p:cNvPr>
            <p:cNvSpPr/>
            <p:nvPr/>
          </p:nvSpPr>
          <p:spPr>
            <a:xfrm>
              <a:off x="4752000" y="5129287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18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BF3BD71-1799-FCF3-662E-C1E2CF6562DC}"/>
                </a:ext>
              </a:extLst>
            </p:cNvPr>
            <p:cNvSpPr/>
            <p:nvPr/>
          </p:nvSpPr>
          <p:spPr>
            <a:xfrm>
              <a:off x="4752000" y="5388843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19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26EB3CA-F2F0-0A62-532B-964DA4FD6F02}"/>
                </a:ext>
              </a:extLst>
            </p:cNvPr>
            <p:cNvSpPr/>
            <p:nvPr/>
          </p:nvSpPr>
          <p:spPr>
            <a:xfrm>
              <a:off x="4752000" y="3052839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10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B0DAEA6-905C-853E-70C8-3F8E0170FCB6}"/>
                </a:ext>
              </a:extLst>
            </p:cNvPr>
            <p:cNvSpPr/>
            <p:nvPr/>
          </p:nvSpPr>
          <p:spPr>
            <a:xfrm>
              <a:off x="4752000" y="2793283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9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AF44098-38D5-E356-4BA8-1D5C02AE04BB}"/>
                </a:ext>
              </a:extLst>
            </p:cNvPr>
            <p:cNvSpPr/>
            <p:nvPr/>
          </p:nvSpPr>
          <p:spPr>
            <a:xfrm>
              <a:off x="4752000" y="2533727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8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DDEFDFE-A937-D305-9F63-3D93E6FBB4EC}"/>
                </a:ext>
              </a:extLst>
            </p:cNvPr>
            <p:cNvSpPr/>
            <p:nvPr/>
          </p:nvSpPr>
          <p:spPr>
            <a:xfrm>
              <a:off x="4752000" y="2274171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7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4EF22CE-9B09-2325-7436-65049F49A7DD}"/>
                </a:ext>
              </a:extLst>
            </p:cNvPr>
            <p:cNvSpPr/>
            <p:nvPr/>
          </p:nvSpPr>
          <p:spPr>
            <a:xfrm>
              <a:off x="4752000" y="2014615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6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9CFE4B2-0AB0-4A81-52F2-2D4D63783F69}"/>
                </a:ext>
              </a:extLst>
            </p:cNvPr>
            <p:cNvSpPr/>
            <p:nvPr/>
          </p:nvSpPr>
          <p:spPr>
            <a:xfrm>
              <a:off x="4752000" y="1755059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5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832914C-DF66-7E3C-F9A3-81ED062E464C}"/>
                </a:ext>
              </a:extLst>
            </p:cNvPr>
            <p:cNvSpPr/>
            <p:nvPr/>
          </p:nvSpPr>
          <p:spPr>
            <a:xfrm>
              <a:off x="4752000" y="1495503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4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3C9B44D-8F8F-E9D0-AD3C-4C8C2D2D4393}"/>
                </a:ext>
              </a:extLst>
            </p:cNvPr>
            <p:cNvSpPr/>
            <p:nvPr/>
          </p:nvSpPr>
          <p:spPr>
            <a:xfrm>
              <a:off x="4752000" y="1235947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3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C584DD5-DD0C-DB3C-AE92-40CC84214272}"/>
                </a:ext>
              </a:extLst>
            </p:cNvPr>
            <p:cNvSpPr/>
            <p:nvPr/>
          </p:nvSpPr>
          <p:spPr>
            <a:xfrm>
              <a:off x="4752000" y="976391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2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22DFC21-40EB-E3D2-542D-5D60B3C66BAE}"/>
                </a:ext>
              </a:extLst>
            </p:cNvPr>
            <p:cNvSpPr/>
            <p:nvPr/>
          </p:nvSpPr>
          <p:spPr>
            <a:xfrm>
              <a:off x="4752000" y="716835"/>
              <a:ext cx="233210" cy="23321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1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9C28A92-9478-39EE-C468-E95956F8E204}"/>
                </a:ext>
              </a:extLst>
            </p:cNvPr>
            <p:cNvSpPr/>
            <p:nvPr/>
          </p:nvSpPr>
          <p:spPr>
            <a:xfrm>
              <a:off x="3199425" y="3088406"/>
              <a:ext cx="1172550" cy="402507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A" sz="1400" dirty="0"/>
                <a:t>Surveys Panel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3C11F0-7176-425C-4B56-2BDA9643E9C4}"/>
                </a:ext>
              </a:extLst>
            </p:cNvPr>
            <p:cNvSpPr/>
            <p:nvPr/>
          </p:nvSpPr>
          <p:spPr>
            <a:xfrm>
              <a:off x="2645488" y="470198"/>
              <a:ext cx="502525" cy="233464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20042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43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Abbas Jazaeri</dc:creator>
  <cp:lastModifiedBy>Abbas Jazaeri</cp:lastModifiedBy>
  <cp:revision>1</cp:revision>
  <dcterms:created xsi:type="dcterms:W3CDTF">2025-12-05T03:58:54Z</dcterms:created>
  <dcterms:modified xsi:type="dcterms:W3CDTF">2025-12-05T19:49:30Z</dcterms:modified>
</cp:coreProperties>
</file>